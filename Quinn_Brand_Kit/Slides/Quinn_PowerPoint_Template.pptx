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03030"/>
                </a:solidFill>
              </a:defRPr>
            </a:pPr>
            <a:r>
              <a:t>Quinn — Visual Identity</a:t>
            </a:r>
          </a:p>
          <a:p>
            <a:pPr algn="ctr">
              <a:defRPr sz="1800">
                <a:solidFill>
                  <a:srgbClr val="C77D7A"/>
                </a:solidFill>
              </a:defRPr>
            </a:pPr>
            <a:r>
              <a:t>Friendly AI Assistant · Style &amp; Usage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03030"/>
                </a:solidFill>
              </a:defRPr>
            </a:pPr>
            <a:r>
              <a:t>Brand Personality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03030"/>
                </a:solidFill>
              </a:defRPr>
            </a:pPr>
            <a:r>
              <a:t>Warm, approachable, and supportive</a:t>
            </a:r>
          </a:p>
          <a:p>
            <a:pPr>
              <a:defRPr sz="2000">
                <a:solidFill>
                  <a:srgbClr val="303030"/>
                </a:solidFill>
              </a:defRPr>
            </a:pPr>
            <a:r>
              <a:t>Professional and trustworthy</a:t>
            </a:r>
          </a:p>
          <a:p>
            <a:pPr>
              <a:defRPr sz="2000">
                <a:solidFill>
                  <a:srgbClr val="303030"/>
                </a:solidFill>
              </a:defRPr>
            </a:pPr>
            <a:r>
              <a:t>Curious, enthusiastic, and learning‑oriented</a:t>
            </a:r>
          </a:p>
          <a:p>
            <a:pPr>
              <a:defRPr sz="2000">
                <a:solidFill>
                  <a:srgbClr val="303030"/>
                </a:solidFill>
              </a:defRPr>
            </a:pPr>
            <a:r>
              <a:t>Modern, minimalist, calm confidence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0F0"/>
                </a:solidFill>
              </a:defRPr>
            </a:pPr>
            <a:r>
              <a:t>Dark Mode Usage</a:t>
            </a:r>
          </a:p>
          <a:p>
            <a:pPr>
              <a:defRPr sz="1800">
                <a:solidFill>
                  <a:srgbClr val="C8C8C8"/>
                </a:solidFill>
              </a:defRPr>
            </a:pPr>
            <a:r>
              <a:t>Use dark‑mode variant on dark UI backgrounds for contrast and clarity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